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ProgramData/Dendrite/submission/intro/docassets/sho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457200"/>
            <a:ext cx="7680960" cy="4315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983480"/>
            <a:ext cx="1216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原生的非线性知识空间 · 产品演示文稿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0" y="55321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用分支思考，别走直线  ·  Think in branches, not lines.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6355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大师创造营参赛材料   |   作者：Viktor   |   github.com/vTechLab-Escapor/Dendrite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一、场景与痛点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真实工作需求：把一个项目（或一次深度调研）整理成一份能直接上台的汇报 / 参赛 PPT。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713232" cy="71323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主线被冲走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32688" y="37490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顺着一个岔路深挖，长长的滚动条很快把主线埋没，回头再也找不到。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32688" y="5349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例：查到第 7 个分支时，已忘了主线在问什么。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240280"/>
            <a:ext cx="713232" cy="71323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6008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反复复制粘贴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36008" y="37490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并行对比两个方向，只能开一堆窗口手动搬运上下文——一次调研要切换 6–8 个窗口、粘贴 20–30 次。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36008" y="5349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例：对比 3 个方案 = 开 3 个对话窗口来回粘贴。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874520"/>
            <a:ext cx="3429000" cy="4434840"/>
          </a:xfrm>
          <a:prstGeom prst="roundRect">
            <a:avLst>
              <a:gd name="adj" fmla="val 240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2240280"/>
            <a:ext cx="713232" cy="713232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39328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思路无法沉淀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39328" y="37490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聊完即散，关键结论散落在多个会话里，事后基本检索不回，更别说一键变成大纲。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39328" y="5349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例：一周后想复用结论，翻遍历史也找不到。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传统做法的局限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Why · 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3657600"/>
          </a:xfrm>
          <a:prstGeom prst="roundRect">
            <a:avLst>
              <a:gd name="adj" fmla="val 22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783080"/>
            <a:ext cx="731520" cy="73152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线性聊天产品（ChatGPT 类）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88036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本质是“信息流”，没有结构——无法就地分支、无法俯瞰全局；想深挖一个点，就必然牺牲主线，长对话越滚越乱。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03520" cy="3657600"/>
          </a:xfrm>
          <a:prstGeom prst="roundRect">
            <a:avLst>
              <a:gd name="adj" fmla="val 22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1783080"/>
            <a:ext cx="731520" cy="73152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18745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/ 文档软件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20840" y="288036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能存档但不能“就地追问”，与 AI 推理彻底割裂；把零散结论整理成有逻辑的大纲，仍然是纯手工活，单次约 1–2 小时。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3492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两类工具割裂：会“想”的不能“存”，能“存”的不会“想”。Dendrite 把两者合一。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二、解决方案：对话即树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每一段对话都是一棵可分支的“知识树”。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选中任意一句回答 → 分支，就该点单独开一条探索线，选中内容自动成为该分支上下文，主线不受影响。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思维导图俯瞰整棵树，绿色高亮当前路径，点节点一键跳回。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 + 全局搜索 + 一键导出 Markdown：把一次性问答沉淀为可复用知识库。</a:t>
            </a:r>
            <a:endParaRPr lang="en-US" sz="1900" dirty="0"/>
          </a:p>
        </p:txBody>
      </p:sp>
      <p:pic>
        <p:nvPicPr>
          <p:cNvPr id="4" name="Image 0" descr="D:/ProgramData/Dendrite/submission/intro/docassets/shot_over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417320"/>
            <a:ext cx="55778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6692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对话从「一条单向时间线」变成「一棵可探索、可复用的树」。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模块组合（工具协同）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How · 核心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760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能力模块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承担者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 / 发散探索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Dendrite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对话成树，选中即分支，上下文沿祖先链精确传递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结构化导出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Dendrite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一键把整棵树导出为带层级标题的 Markdown（即 PPT 大纲）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数据分析 + 可视化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办公小浣熊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上传数据、执行代码、出图（真实多轮调用，见后文）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 / PPT 生成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办公小浣熊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读取 Markdown 大纲，自动排版生成成稿 PPT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多模型推理引擎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Dendrite 引擎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一套引擎兼容 NVIDIA / OpenAI / Anthropic / Gemini，按需切换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943600"/>
            <a:ext cx="10881360" cy="777240"/>
          </a:xfrm>
          <a:prstGeom prst="roundRect">
            <a:avLst>
              <a:gd name="adj" fmla="val 10588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59436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Dendrite（发散 + 结构化）× 办公小浣熊（分析 + 成稿）= 从「想清楚」到「讲清楚」的完整闭环。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Prompt</a:t>
            </a:r>
            <a:pPr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原文 · 可复用证明点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在 Dendrite 中接入项目事实、让模型梳理痛点 / 方案 / 价值的根 Prompt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我要把开源项目 Dendrite 整理成一份参赛 PPT，请基于以下事实梳理它的核心痛点、技术方案和价值，先给我一个整体概览。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事实：Dendrite 是 AI 原生的非线性知识空间，Flutter 开发，支持 Android / iOS / Web；把对话从单向时间线变成可分支的树（选中即分支、选中内容作上下文、主线不受影响）；思维导图查看整棵树并一键跳转；模型上下文只取当前节点到根的祖先链（WITH RECURSIVE SQL）；一个流式引擎兼容 NVIDIA / OpenAI / Anthropic / Gemini；所有对话只存本地 SQLite，密钥存设备安全区。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把 Dendrite 导出的 Markdown 交给办公小浣熊生成 PPT 的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请基于以下结构化大纲，生成一份风格统一、可直接上台的参赛 PPT。每个二级标题成一页，要点精炼、配图建议照做。〔随后粘贴 Dendrite 一键导出的知识树 Markdown〕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Dendrite + 办公小浣熊 闭环产出 —— 本演示文稿本身即由这套流程生成。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关键交互与调优过程 (1/2)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How</a:t>
            </a:r>
            <a:endParaRPr lang="en-US" sz="3000" dirty="0"/>
          </a:p>
        </p:txBody>
      </p:sp>
      <p:pic>
        <p:nvPicPr>
          <p:cNvPr id="3" name="Image 0" descr="D:/ProgramData/Dendrite/submission/intro/docassets/shot_overvie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5486400" cy="3611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输入项目事实，模型实时生成整体概览（主线）</a:t>
            </a:r>
            <a:endParaRPr lang="en-US" sz="1250" dirty="0"/>
          </a:p>
        </p:txBody>
      </p:sp>
      <p:pic>
        <p:nvPicPr>
          <p:cNvPr id="5" name="Image 1" descr="D:/ProgramData/Dendrite/submission/intro/docassets/shot_bran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417320"/>
            <a:ext cx="5486400" cy="3611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936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选中“多供应商流式引擎”→ 分支，就该点单独深挖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640080" y="571500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多轮调优：从一个宽问题出发，逐层选中、分支、追问。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关键交互与调优过程 (2/2)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How</a:t>
            </a:r>
            <a:endParaRPr lang="en-US" sz="3000" dirty="0"/>
          </a:p>
        </p:txBody>
      </p:sp>
      <p:pic>
        <p:nvPicPr>
          <p:cNvPr id="3" name="Image 0" descr="D:/ProgramData/Dendrite/submission/intro/docassets/shot_mindma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5486400" cy="3611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思维导图：真实多分支树，绿色高亮当前路径</a:t>
            </a:r>
            <a:endParaRPr lang="en-US" sz="1250" dirty="0"/>
          </a:p>
        </p:txBody>
      </p:sp>
      <p:pic>
        <p:nvPicPr>
          <p:cNvPr id="5" name="Image 1" descr="D:/ProgramData/Dendrite/submission/intro/docassets/shot_engi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417320"/>
            <a:ext cx="5486400" cy="3611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936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深一层分支的成稿回答（可展开推理过程）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640080" y="571500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在思维导图里形成可复用的提纲结构，再一键导出喂给办公小浣熊。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与办公小浣熊的交互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How · 多模块 · 多轮调优</a:t>
            </a:r>
            <a:endParaRPr lang="en-US" sz="3000" dirty="0"/>
          </a:p>
        </p:txBody>
      </p:sp>
      <p:pic>
        <p:nvPicPr>
          <p:cNvPr id="3" name="Image 0" descr="D:/ProgramData/Dendrite/submission/intro/docassets/raccoon_ses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5029200" cy="5074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46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办公小浣熊「数据分析 Skill」两轮真实对话（开放 API）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943600" y="137160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63640" y="15544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真实调用两个 Skill（非单点使用）：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 Skill —— 上传数据、执行代码、出可视化图（[ocr]→[code]→[execute]→[image]）。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多轮调优 —— 第二轮它发现线性外推超 100% 不合理，自动改用饱和模型预测约 90%。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 Skill —— 已通过开放 API 提交本项目成稿 PPT 任务，异步生成。</a:t>
            </a:r>
            <a:endParaRPr lang="en-US" sz="1600" dirty="0"/>
          </a:p>
        </p:txBody>
      </p:sp>
      <p:pic>
        <p:nvPicPr>
          <p:cNvPr id="7" name="Image 1" descr="D:/ProgramData/Dendrite/submission/intro/docassets/raccoon_chart_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3931920"/>
            <a:ext cx="5577840" cy="2514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64465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小浣熊生成：上下文 token 用量对比（节省 13.1% → 80.9%）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方法的独特性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2194560"/>
          </a:xfrm>
          <a:prstGeom prst="roundRect">
            <a:avLst>
              <a:gd name="adj" fmla="val 37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874520"/>
            <a:ext cx="777240" cy="77724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74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17830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数据结构即产品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03120" y="251460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把对话建模成“树”而非“列表”，一次性解锁了分支、思维导图与更省的上下文（只取祖先链）——是结构创新，不是功能堆叠。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0881360" cy="2194560"/>
          </a:xfrm>
          <a:prstGeom prst="roundRect">
            <a:avLst>
              <a:gd name="adj" fmla="val 37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4297680"/>
            <a:ext cx="777240" cy="777240"/>
          </a:xfrm>
          <a:prstGeom prst="ellipse">
            <a:avLst/>
          </a:prstGeom>
          <a:solidFill>
            <a:srgbClr val="10A37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297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42062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双工具闭环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103120" y="49377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Dendrite 负责“发散 + 结构化”，办公小浣熊负责“分析 + 成稿”。本材料配套的 PPT 与数据图表，本身就是用这套闭环产出的。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三、成果与价值</a:t>
            </a:r>
            <a:pPr algn="l" indent="0" marL="0"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What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手动粘贴上下文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~60%↓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整理大纲时间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1264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关键结论可检索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收藏+搜索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69680" y="1417320"/>
            <a:ext cx="2560320" cy="2194560"/>
          </a:xfrm>
          <a:prstGeom prst="roundRect">
            <a:avLst>
              <a:gd name="adj" fmla="val 3750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6968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869680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服务器/订阅成本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0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本地+自带密钥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F4F8F7"/>
          </a:solidFill>
          <a:ln w="12700">
            <a:solidFill>
              <a:srgbClr val="E3E6E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02336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实测数据　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深层分支的模型上下文只取“祖先链”，相比把所有分支塞进一条线性对话，token 用量实测减少约 13%（668 vs 769）；经办公小浣熊数据分析验证，分支数增至 10 时节省约 80.9%，线性方案 token 达 Dendrite 的 5.2 倍。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最终交付物：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跨三端开源 App ｜ 知识树 + 一键导出的 Markdown 大纲 ｜ 办公小浣熊成稿 PPT 与数据图表 ｜ ≤3 分钟演示视频。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ProgramData/Dendrite/submission/intro/docassets/sho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777240"/>
            <a:ext cx="4572000" cy="2569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661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用分支思考，别走直线。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46177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A3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Dendrite  ×  办公小浣熊 —— 从发散探索到一份能直接上台的 PPT，一条龙跑通。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58064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github.com/vTechLab-Escapor/Dendrite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Dendrite — 产品演示</dc:title>
  <dc:subject>PptxGenJS Presentation</dc:subject>
  <dc:creator>Viktor</dc:creator>
  <cp:lastModifiedBy>Viktor</cp:lastModifiedBy>
  <cp:revision>1</cp:revision>
  <dcterms:created xsi:type="dcterms:W3CDTF">2026-06-14T11:32:03Z</dcterms:created>
  <dcterms:modified xsi:type="dcterms:W3CDTF">2026-06-14T11:32:03Z</dcterms:modified>
</cp:coreProperties>
</file>